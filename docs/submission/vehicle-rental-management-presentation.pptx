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Vehicle Rental Management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CIA-3 | Advanced JavaScript Backend Frameworks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[Add names and registration numbers]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GitHub: github.com/antiiiiny/vehicle-rental-management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D5D8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Rental operations need availability accuracy, controlled access, inspection evidence, and transparent charges.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coordination can create overlapping reservations, unclear vehicle condition, and inconsistent financial totals.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secure Express and MongoDB rental API.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date-range double-bookings.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the full reserved to returned lifecycle.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staff and administrators usable reports and controls.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UI -&gt; Express routes -&gt; controllers -&gt; Mongoose models -&gt; MongoDB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 and RBAC protect private operations.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validation and error handling keep responses predictable.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 / Collection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-&gt; many Bookings; User -&gt; many Inspections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-&gt; many Vehicles; Vehicle -&gt; many Bookings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-&gt; many Inspections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embeds selected add-on price snapshots.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available vehicle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reserved booking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 inspection -&gt; picked_up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inspection -&gt; returned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 is allowed only from reserved and applies a time-based fee.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API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/api/auth/login -&gt; JWT token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/api/vehicles/available?startDate=...&amp;endDate=...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/api/bookings -&gt; computed amount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/api/inspections/return -&gt; final charges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/api/reports/financials -&gt; admin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 password hashing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bearer authentication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and branch staff role checks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checks for customer records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express-validator plus centralized JSON errors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Learnings and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overlap logic was central to availability and booking safety.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transitions required explicit business rules.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add-on prices belong in booking snapshots.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ownership rules must be checked at every protected boundary.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Viva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member explains their own stage and walks through one unfamiliar module.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Postman collection for the live demo.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next steps: payments, notifications, pagination, automated tests, and deployment.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Christ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Rental Management System</dc:title>
  <dc:subject>Vehicle Rental Management System</dc:subject>
  <dc:creator>Vehicle Rental Management Team</dc:creator>
  <cp:lastModifiedBy>Vehicle Rental Management Team</cp:lastModifiedBy>
  <cp:revision>1</cp:revision>
  <dcterms:created xsi:type="dcterms:W3CDTF">2026-09-10T10:23:54Z</dcterms:created>
  <dcterms:modified xsi:type="dcterms:W3CDTF">2026-09-10T10:23:54Z</dcterms:modified>
</cp:coreProperties>
</file>